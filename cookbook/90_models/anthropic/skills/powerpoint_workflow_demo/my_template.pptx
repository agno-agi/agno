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64" r:id="rId5"/>
    <p:sldId id="277" r:id="rId6"/>
    <p:sldId id="275" r:id="rId7"/>
    <p:sldId id="293" r:id="rId8"/>
    <p:sldId id="288" r:id="rId9"/>
    <p:sldId id="266" r:id="rId10"/>
    <p:sldId id="262" r:id="rId11"/>
    <p:sldId id="286" r:id="rId12"/>
    <p:sldId id="295" r:id="rId13"/>
    <p:sldId id="271" r:id="rId14"/>
    <p:sldId id="289" r:id="rId15"/>
    <p:sldId id="294" r:id="rId16"/>
    <p:sldId id="298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40" autoAdjust="0"/>
  </p:normalViewPr>
  <p:slideViewPr>
    <p:cSldViewPr showGuides="1">
      <p:cViewPr>
        <p:scale>
          <a:sx n="100" d="100"/>
          <a:sy n="100" d="100"/>
        </p:scale>
        <p:origin x="2628" y="119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232" y="29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Foster collaborative growth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Capitalize on emerging global markets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828800"/>
          <a:ext cx="4581524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5907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8895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413292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Foster collaborative growth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413292" y="746150"/>
        <a:ext cx="1905660" cy="1082649"/>
      </dsp:txXfrm>
    </dsp:sp>
    <dsp:sp modelId="{8E3FB235-DF38-476B-9A0E-B1E583D50944}">
      <dsp:nvSpPr>
        <dsp:cNvPr id="0" name=""/>
        <dsp:cNvSpPr/>
      </dsp:nvSpPr>
      <dsp:spPr>
        <a:xfrm>
          <a:off x="413292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sp:txBody>
      <dsp:txXfrm>
        <a:off x="413292" y="365759"/>
        <a:ext cx="1905660" cy="380390"/>
      </dsp:txXfrm>
    </dsp:sp>
    <dsp:sp modelId="{9AA05CE5-209F-4AD9-BE2C-2A69F76DA8F4}">
      <dsp:nvSpPr>
        <dsp:cNvPr id="0" name=""/>
        <dsp:cNvSpPr/>
      </dsp:nvSpPr>
      <dsp:spPr>
        <a:xfrm>
          <a:off x="193559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15791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198480" y="296715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228361" y="299703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1552702" y="182880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1552702" y="1828800"/>
        <a:ext cx="1905660" cy="1082649"/>
      </dsp:txXfrm>
    </dsp:sp>
    <dsp:sp modelId="{223C5207-4FA2-4A6C-8F43-20BD55767C99}">
      <dsp:nvSpPr>
        <dsp:cNvPr id="0" name=""/>
        <dsp:cNvSpPr/>
      </dsp:nvSpPr>
      <dsp:spPr>
        <a:xfrm>
          <a:off x="1552702" y="291144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sp:txBody>
      <dsp:txXfrm>
        <a:off x="1552702" y="2911449"/>
        <a:ext cx="1905660" cy="380390"/>
      </dsp:txXfrm>
    </dsp:sp>
    <dsp:sp modelId="{4FE5EB5D-4CEF-4D0D-9394-0534E61844BE}">
      <dsp:nvSpPr>
        <dsp:cNvPr id="0" name=""/>
        <dsp:cNvSpPr/>
      </dsp:nvSpPr>
      <dsp:spPr>
        <a:xfrm>
          <a:off x="1332969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29732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233789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236777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2675863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Capitalize on emerging global markets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2675863" y="746150"/>
        <a:ext cx="1905660" cy="1082649"/>
      </dsp:txXfrm>
    </dsp:sp>
    <dsp:sp modelId="{2D6C7916-1130-46A8-833B-A6278CBD2192}">
      <dsp:nvSpPr>
        <dsp:cNvPr id="0" name=""/>
        <dsp:cNvSpPr/>
      </dsp:nvSpPr>
      <dsp:spPr>
        <a:xfrm>
          <a:off x="2675863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sp:txBody>
      <dsp:txXfrm>
        <a:off x="2675863" y="365759"/>
        <a:ext cx="1905660" cy="380390"/>
      </dsp:txXfrm>
    </dsp:sp>
    <dsp:sp modelId="{4D953791-5C2F-4A75-A8F4-6ED7EAB5E015}">
      <dsp:nvSpPr>
        <dsp:cNvPr id="0" name=""/>
        <dsp:cNvSpPr/>
      </dsp:nvSpPr>
      <dsp:spPr>
        <a:xfrm>
          <a:off x="2472378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243673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2/19/2026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2/19/2026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6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1FF676E6-2425-F67F-0EEC-8F749E880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2A51F0-4EDD-D5BD-4420-626AF4E5B085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FF9F6-4E70-E6C5-D80D-23D1CA6C2D50}"/>
              </a:ext>
            </a:extLst>
          </p:cNvPr>
          <p:cNvSpPr/>
          <p:nvPr userDrawn="1"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4F351-EFC7-94BF-D3DC-96B40AF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 anchor="ctr">
            <a:normAutofit/>
          </a:bodyPr>
          <a:lstStyle>
            <a:lvl1pPr algn="ctr">
              <a:defRPr sz="72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17F37F-F77E-B2B4-ED11-F009D168EC6B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D5C16D-FA81-BAC7-0697-0DC6036320D4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4D3F4-28B2-6053-807F-F0A3DC654A52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7AC55E-9114-0424-F015-468AE208E11A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D70DED-121C-AA55-4D65-9A4BAC7C6AD8}"/>
              </a:ext>
            </a:extLst>
          </p:cNvPr>
          <p:cNvCxnSpPr/>
          <p:nvPr userDrawn="1"/>
        </p:nvCxnSpPr>
        <p:spPr>
          <a:xfrm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AC8F9-7E2E-E7EC-2481-CA1441D567F8}"/>
              </a:ext>
            </a:extLst>
          </p:cNvPr>
          <p:cNvCxnSpPr/>
          <p:nvPr userDrawn="1"/>
        </p:nvCxnSpPr>
        <p:spPr>
          <a:xfrm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1510C2-44EE-C940-5D46-21C4892557A2}"/>
              </a:ext>
            </a:extLst>
          </p:cNvPr>
          <p:cNvSpPr/>
          <p:nvPr userDrawn="1"/>
        </p:nvSpPr>
        <p:spPr>
          <a:xfrm rot="16200000">
            <a:off x="2588417" y="456405"/>
            <a:ext cx="7010400" cy="6097590"/>
          </a:xfrm>
          <a:custGeom>
            <a:avLst/>
            <a:gdLst>
              <a:gd name="connsiteX0" fmla="*/ 6610424 w 6610424"/>
              <a:gd name="connsiteY0" fmla="*/ 3048796 h 6097590"/>
              <a:gd name="connsiteX1" fmla="*/ 3890772 w 6610424"/>
              <a:gd name="connsiteY1" fmla="*/ 6093623 h 6097590"/>
              <a:gd name="connsiteX2" fmla="*/ 3744554 w 6610424"/>
              <a:gd name="connsiteY2" fmla="*/ 6097555 h 6097590"/>
              <a:gd name="connsiteX3" fmla="*/ 3744554 w 6610424"/>
              <a:gd name="connsiteY3" fmla="*/ 6097590 h 6097590"/>
              <a:gd name="connsiteX4" fmla="*/ 3743227 w 6610424"/>
              <a:gd name="connsiteY4" fmla="*/ 6097590 h 6097590"/>
              <a:gd name="connsiteX5" fmla="*/ 0 w 6610424"/>
              <a:gd name="connsiteY5" fmla="*/ 6097589 h 6097590"/>
              <a:gd name="connsiteX6" fmla="*/ 0 w 6610424"/>
              <a:gd name="connsiteY6" fmla="*/ 0 h 6097590"/>
              <a:gd name="connsiteX7" fmla="*/ 3743228 w 6610424"/>
              <a:gd name="connsiteY7" fmla="*/ 1 h 6097590"/>
              <a:gd name="connsiteX8" fmla="*/ 3744555 w 6610424"/>
              <a:gd name="connsiteY8" fmla="*/ 1 h 6097590"/>
              <a:gd name="connsiteX9" fmla="*/ 3744555 w 6610424"/>
              <a:gd name="connsiteY9" fmla="*/ 36 h 6097590"/>
              <a:gd name="connsiteX10" fmla="*/ 3890773 w 6610424"/>
              <a:gd name="connsiteY10" fmla="*/ 3968 h 6097590"/>
              <a:gd name="connsiteX11" fmla="*/ 6610424 w 6610424"/>
              <a:gd name="connsiteY11" fmla="*/ 3048796 h 609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10424" h="6097590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6DC9-6EDA-8E62-10CA-A5D8F575D99C}"/>
              </a:ext>
            </a:extLst>
          </p:cNvPr>
          <p:cNvSpPr/>
          <p:nvPr userDrawn="1"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92C5BB-4C0A-FD2B-3AAF-4B66600606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998E10DA-9535-2CE7-12A4-77E2208E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7BD2080-AB1F-7102-346E-BFA8CE0BAF44}"/>
              </a:ext>
            </a:extLst>
          </p:cNvPr>
          <p:cNvSpPr/>
          <p:nvPr userDrawn="1"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 lIns="0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D3D8D05-9BE1-F22A-0950-AA725685D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775" y="17527"/>
            <a:ext cx="3944303" cy="6822059"/>
          </a:xfrm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 l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8611" y="6400801"/>
            <a:ext cx="2261183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26789" y="6400801"/>
            <a:ext cx="5897354" cy="320675"/>
          </a:xfrm>
        </p:spPr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F0E7C2-55D0-0101-27E8-8B50E1CC9127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9CAC83-CB67-27E0-8EA6-F6F6E5ED0A72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B5987-80DF-3755-E667-EE2DB6CBE948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203C55-C315-E7C9-EED2-083974459E49}"/>
              </a:ext>
            </a:extLst>
          </p:cNvPr>
          <p:cNvSpPr/>
          <p:nvPr userDrawn="1"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A737DF-4AE3-6F7F-1733-661D65713695}"/>
              </a:ext>
            </a:extLst>
          </p:cNvPr>
          <p:cNvSpPr/>
          <p:nvPr userDrawn="1"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0A398A-1AC9-796E-82A1-0C222945767B}"/>
              </a:ext>
            </a:extLst>
          </p:cNvPr>
          <p:cNvCxnSpPr>
            <a:cxnSpLocks/>
          </p:cNvCxnSpPr>
          <p:nvPr userDrawn="1"/>
        </p:nvCxnSpPr>
        <p:spPr>
          <a:xfrm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sky&#10;&#10;Description automatically generated">
            <a:extLst>
              <a:ext uri="{FF2B5EF4-FFF2-40B4-BE49-F238E27FC236}">
                <a16:creationId xmlns:a16="http://schemas.microsoft.com/office/drawing/2014/main" id="{8802D68A-113C-2517-2CD9-13E53689A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E1447D-A85A-1FDD-A4EB-285B03340F5A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F5511-C846-7753-89F4-336271EB5ACE}"/>
              </a:ext>
            </a:extLst>
          </p:cNvPr>
          <p:cNvSpPr/>
          <p:nvPr userDrawn="1"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22F574C-CEE3-35B3-8823-3789F16B121E}"/>
              </a:ext>
            </a:extLst>
          </p:cNvPr>
          <p:cNvSpPr/>
          <p:nvPr userDrawn="1"/>
        </p:nvSpPr>
        <p:spPr>
          <a:xfrm>
            <a:off x="-77788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85D198-1D22-86F8-E96A-097BBAAC1A7A}"/>
              </a:ext>
            </a:extLst>
          </p:cNvPr>
          <p:cNvSpPr/>
          <p:nvPr userDrawn="1"/>
        </p:nvSpPr>
        <p:spPr>
          <a:xfrm rot="10800000">
            <a:off x="10895015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E6B60-AE17-8497-E916-51A823F1906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7D34B1-6239-4039-3823-A32D4693C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95015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4492CE-9DFD-B642-74A0-499E933F80A5}"/>
              </a:ext>
            </a:extLst>
          </p:cNvPr>
          <p:cNvSpPr/>
          <p:nvPr userDrawn="1"/>
        </p:nvSpPr>
        <p:spPr>
          <a:xfrm>
            <a:off x="1307414" y="-76200"/>
            <a:ext cx="9573996" cy="6992620"/>
          </a:xfrm>
          <a:custGeom>
            <a:avLst/>
            <a:gdLst>
              <a:gd name="connsiteX0" fmla="*/ 1528240 w 9573996"/>
              <a:gd name="connsiteY0" fmla="*/ 0 h 6992620"/>
              <a:gd name="connsiteX1" fmla="*/ 8045757 w 9573996"/>
              <a:gd name="connsiteY1" fmla="*/ 0 h 6992620"/>
              <a:gd name="connsiteX2" fmla="*/ 8171917 w 9573996"/>
              <a:gd name="connsiteY2" fmla="*/ 120282 h 6992620"/>
              <a:gd name="connsiteX3" fmla="*/ 9573996 w 9573996"/>
              <a:gd name="connsiteY3" fmla="*/ 3505201 h 6992620"/>
              <a:gd name="connsiteX4" fmla="*/ 8171917 w 9573996"/>
              <a:gd name="connsiteY4" fmla="*/ 6890120 h 6992620"/>
              <a:gd name="connsiteX5" fmla="*/ 8064408 w 9573996"/>
              <a:gd name="connsiteY5" fmla="*/ 6992620 h 6992620"/>
              <a:gd name="connsiteX6" fmla="*/ 1509589 w 9573996"/>
              <a:gd name="connsiteY6" fmla="*/ 6992620 h 6992620"/>
              <a:gd name="connsiteX7" fmla="*/ 1402080 w 9573996"/>
              <a:gd name="connsiteY7" fmla="*/ 6890120 h 6992620"/>
              <a:gd name="connsiteX8" fmla="*/ 0 w 9573996"/>
              <a:gd name="connsiteY8" fmla="*/ 3505201 h 6992620"/>
              <a:gd name="connsiteX9" fmla="*/ 1402080 w 9573996"/>
              <a:gd name="connsiteY9" fmla="*/ 120282 h 69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699262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6F497-1C9D-E66E-161A-8332537B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4B4570-973D-13F6-0C58-91F949284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8D04D42-191E-2227-2B1B-E138943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2B7CDE2-D55F-1AD0-2F10-D98D71B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77FEDA-BC46-FD22-190F-8841E18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ink sky&#10;&#10;Description automatically generated">
            <a:extLst>
              <a:ext uri="{FF2B5EF4-FFF2-40B4-BE49-F238E27FC236}">
                <a16:creationId xmlns:a16="http://schemas.microsoft.com/office/drawing/2014/main" id="{3AEB6B8C-8E8E-75FA-B669-2932DD03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 anchor="b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069C4-A5BC-A62E-380C-731B8A5B4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26645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marL="85329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marL="1279936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marL="1706581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C4363C-0E28-4487-DD8D-4795AFEE365A}"/>
              </a:ext>
            </a:extLst>
          </p:cNvPr>
          <p:cNvGrpSpPr/>
          <p:nvPr userDrawn="1"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C5A67C-1FE0-EFD7-3622-A0E2717011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49474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395002-4D2E-B59C-FD8E-2BF0DAF6A7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56812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081E485-D397-61BC-2C0F-36FF7D5F70DE}"/>
              </a:ext>
            </a:extLst>
          </p:cNvPr>
          <p:cNvSpPr/>
          <p:nvPr userDrawn="1"/>
        </p:nvSpPr>
        <p:spPr>
          <a:xfrm>
            <a:off x="1307414" y="-76200"/>
            <a:ext cx="9573996" cy="7028180"/>
          </a:xfrm>
          <a:custGeom>
            <a:avLst/>
            <a:gdLst>
              <a:gd name="connsiteX0" fmla="*/ 1528240 w 9573996"/>
              <a:gd name="connsiteY0" fmla="*/ 0 h 7028180"/>
              <a:gd name="connsiteX1" fmla="*/ 8045757 w 9573996"/>
              <a:gd name="connsiteY1" fmla="*/ 0 h 7028180"/>
              <a:gd name="connsiteX2" fmla="*/ 8171917 w 9573996"/>
              <a:gd name="connsiteY2" fmla="*/ 120282 h 7028180"/>
              <a:gd name="connsiteX3" fmla="*/ 9573996 w 9573996"/>
              <a:gd name="connsiteY3" fmla="*/ 3505201 h 7028180"/>
              <a:gd name="connsiteX4" fmla="*/ 8171917 w 9573996"/>
              <a:gd name="connsiteY4" fmla="*/ 6890120 h 7028180"/>
              <a:gd name="connsiteX5" fmla="*/ 8027110 w 9573996"/>
              <a:gd name="connsiteY5" fmla="*/ 7028180 h 7028180"/>
              <a:gd name="connsiteX6" fmla="*/ 1546886 w 9573996"/>
              <a:gd name="connsiteY6" fmla="*/ 7028180 h 7028180"/>
              <a:gd name="connsiteX7" fmla="*/ 1402080 w 9573996"/>
              <a:gd name="connsiteY7" fmla="*/ 6890120 h 7028180"/>
              <a:gd name="connsiteX8" fmla="*/ 0 w 9573996"/>
              <a:gd name="connsiteY8" fmla="*/ 3505201 h 7028180"/>
              <a:gd name="connsiteX9" fmla="*/ 1402080 w 9573996"/>
              <a:gd name="connsiteY9" fmla="*/ 120282 h 70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702818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90ACEC0-6BFA-2DA0-ED08-79C4EC859E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7ABA4AB-6D23-2D78-B42D-A7E80724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48AFBD6-B449-C601-9AB8-58707B05A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pink gradient&#10;&#10;Description automatically generated">
            <a:extLst>
              <a:ext uri="{FF2B5EF4-FFF2-40B4-BE49-F238E27FC236}">
                <a16:creationId xmlns:a16="http://schemas.microsoft.com/office/drawing/2014/main" id="{AFD3AE5C-5EE6-128A-599C-F64250BE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A3112D-1CC4-8A63-2EF0-72CADC5F5182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ADB272-55CB-FE7D-174B-0351CF04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F5B2CBB-3979-2A22-F797-B64A715A4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AE610D-4CF6-FA56-B72E-DB9027EB9A95}"/>
              </a:ext>
            </a:extLst>
          </p:cNvPr>
          <p:cNvCxnSpPr>
            <a:cxnSpLocks/>
          </p:cNvCxnSpPr>
          <p:nvPr userDrawn="1"/>
        </p:nvCxnSpPr>
        <p:spPr>
          <a:xfrm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A26EB3-62BA-B7F9-D731-A7BACBB53EB5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5A68F0-4988-52DC-8A0D-E776BFE86A2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A0378-FB31-B667-C592-D038F6A702A4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606A95-3B8A-55B0-D0DB-19A40402FF9E}"/>
              </a:ext>
            </a:extLst>
          </p:cNvPr>
          <p:cNvSpPr/>
          <p:nvPr userDrawn="1"/>
        </p:nvSpPr>
        <p:spPr>
          <a:xfrm>
            <a:off x="10940044" y="2156118"/>
            <a:ext cx="1373186" cy="2545766"/>
          </a:xfrm>
          <a:custGeom>
            <a:avLst/>
            <a:gdLst>
              <a:gd name="connsiteX0" fmla="*/ 1272884 w 1373186"/>
              <a:gd name="connsiteY0" fmla="*/ 0 h 2545766"/>
              <a:gd name="connsiteX1" fmla="*/ 1373186 w 1373186"/>
              <a:gd name="connsiteY1" fmla="*/ 5065 h 2545766"/>
              <a:gd name="connsiteX2" fmla="*/ 1373186 w 1373186"/>
              <a:gd name="connsiteY2" fmla="*/ 2540701 h 2545766"/>
              <a:gd name="connsiteX3" fmla="*/ 1272884 w 1373186"/>
              <a:gd name="connsiteY3" fmla="*/ 2545766 h 2545766"/>
              <a:gd name="connsiteX4" fmla="*/ 0 w 1373186"/>
              <a:gd name="connsiteY4" fmla="*/ 1272883 h 2545766"/>
              <a:gd name="connsiteX5" fmla="*/ 1272884 w 1373186"/>
              <a:gd name="connsiteY5" fmla="*/ 0 h 2545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186" h="254576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B804C-E94C-3C9E-FE43-6B499E74BD7E}"/>
              </a:ext>
            </a:extLst>
          </p:cNvPr>
          <p:cNvSpPr/>
          <p:nvPr userDrawn="1"/>
        </p:nvSpPr>
        <p:spPr>
          <a:xfrm rot="16200000" flipH="1">
            <a:off x="11450135" y="2804611"/>
            <a:ext cx="228600" cy="12487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E8A8B540-69F8-F41E-F63E-765521951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116D86-F5C8-781F-E058-31A29562AFBB}"/>
              </a:ext>
            </a:extLst>
          </p:cNvPr>
          <p:cNvSpPr/>
          <p:nvPr userDrawn="1"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 anchor="ctr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E7C6DB-C998-DD1E-38ED-E0BE6C1E2E0C}"/>
              </a:ext>
            </a:extLst>
          </p:cNvPr>
          <p:cNvSpPr/>
          <p:nvPr userDrawn="1"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65168-DB7F-A8BD-1D2A-287AF1AA6DF5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D61883-92E2-1B00-77ED-EA1A2A204BA5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7359CE-3521-B84A-F5F9-810972477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7790" y="1320650"/>
            <a:ext cx="3124198" cy="4216690"/>
          </a:xfrm>
          <a:custGeom>
            <a:avLst/>
            <a:gdLst>
              <a:gd name="connsiteX0" fmla="*/ 879796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879796 w 3124198"/>
              <a:gd name="connsiteY10" fmla="*/ 4216690 h 4216690"/>
              <a:gd name="connsiteX11" fmla="*/ 0 w 3124198"/>
              <a:gd name="connsiteY11" fmla="*/ 0 h 4216690"/>
              <a:gd name="connsiteX12" fmla="*/ 651196 w 3124198"/>
              <a:gd name="connsiteY12" fmla="*/ 0 h 4216690"/>
              <a:gd name="connsiteX13" fmla="*/ 651196 w 3124198"/>
              <a:gd name="connsiteY13" fmla="*/ 4216690 h 4216690"/>
              <a:gd name="connsiteX14" fmla="*/ 0 w 3124198"/>
              <a:gd name="connsiteY14" fmla="*/ 421669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9D6EC-ACFF-1BB5-B5F2-348BF7C48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2411" y="1339705"/>
            <a:ext cx="3124198" cy="4216690"/>
          </a:xfrm>
          <a:custGeom>
            <a:avLst/>
            <a:gdLst>
              <a:gd name="connsiteX0" fmla="*/ 2476500 w 3124198"/>
              <a:gd name="connsiteY0" fmla="*/ 0 h 4216690"/>
              <a:gd name="connsiteX1" fmla="*/ 3124198 w 3124198"/>
              <a:gd name="connsiteY1" fmla="*/ 0 h 4216690"/>
              <a:gd name="connsiteX2" fmla="*/ 3124198 w 3124198"/>
              <a:gd name="connsiteY2" fmla="*/ 4216690 h 4216690"/>
              <a:gd name="connsiteX3" fmla="*/ 2476500 w 3124198"/>
              <a:gd name="connsiteY3" fmla="*/ 4216690 h 4216690"/>
              <a:gd name="connsiteX4" fmla="*/ 1933013 w 3124198"/>
              <a:gd name="connsiteY4" fmla="*/ 0 h 4216690"/>
              <a:gd name="connsiteX5" fmla="*/ 1933908 w 3124198"/>
              <a:gd name="connsiteY5" fmla="*/ 0 h 4216690"/>
              <a:gd name="connsiteX6" fmla="*/ 2247900 w 3124198"/>
              <a:gd name="connsiteY6" fmla="*/ 0 h 4216690"/>
              <a:gd name="connsiteX7" fmla="*/ 2247900 w 3124198"/>
              <a:gd name="connsiteY7" fmla="*/ 4216690 h 4216690"/>
              <a:gd name="connsiteX8" fmla="*/ 1933908 w 3124198"/>
              <a:gd name="connsiteY8" fmla="*/ 4216690 h 4216690"/>
              <a:gd name="connsiteX9" fmla="*/ 1933013 w 3124198"/>
              <a:gd name="connsiteY9" fmla="*/ 4216690 h 4216690"/>
              <a:gd name="connsiteX10" fmla="*/ 1933013 w 3124198"/>
              <a:gd name="connsiteY10" fmla="*/ 4216665 h 4216690"/>
              <a:gd name="connsiteX11" fmla="*/ 1834390 w 3124198"/>
              <a:gd name="connsiteY11" fmla="*/ 4213946 h 4216690"/>
              <a:gd name="connsiteX12" fmla="*/ 0 w 3124198"/>
              <a:gd name="connsiteY12" fmla="*/ 2108345 h 4216690"/>
              <a:gd name="connsiteX13" fmla="*/ 1834390 w 3124198"/>
              <a:gd name="connsiteY13" fmla="*/ 2743 h 4216690"/>
              <a:gd name="connsiteX14" fmla="*/ 1933013 w 3124198"/>
              <a:gd name="connsiteY14" fmla="*/ 24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AE912-484D-5F4B-778B-3474F5CDC1E7}"/>
              </a:ext>
            </a:extLst>
          </p:cNvPr>
          <p:cNvSpPr/>
          <p:nvPr userDrawn="1"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ED4CE-ACD4-3D61-33D8-3FDC92555E76}"/>
              </a:ext>
            </a:extLst>
          </p:cNvPr>
          <p:cNvSpPr/>
          <p:nvPr userDrawn="1"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person's face&#10;&#10;Description automatically generated">
            <a:extLst>
              <a:ext uri="{FF2B5EF4-FFF2-40B4-BE49-F238E27FC236}">
                <a16:creationId xmlns:a16="http://schemas.microsoft.com/office/drawing/2014/main" id="{3197F591-1277-E834-A693-1798788DC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813A62-751A-F465-5589-2D1D42FA9D1B}"/>
              </a:ext>
            </a:extLst>
          </p:cNvPr>
          <p:cNvSpPr/>
          <p:nvPr userDrawn="1"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DB31A-303D-1176-2A3C-ED553B54051E}"/>
              </a:ext>
            </a:extLst>
          </p:cNvPr>
          <p:cNvSpPr/>
          <p:nvPr userDrawn="1"/>
        </p:nvSpPr>
        <p:spPr>
          <a:xfrm>
            <a:off x="4397984" y="1828797"/>
            <a:ext cx="64159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BC030E-3C3A-ED00-5BC0-ADF1A8DA1CB8}"/>
              </a:ext>
            </a:extLst>
          </p:cNvPr>
          <p:cNvCxnSpPr>
            <a:cxnSpLocks/>
          </p:cNvCxnSpPr>
          <p:nvPr userDrawn="1"/>
        </p:nvCxnSpPr>
        <p:spPr>
          <a:xfrm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9A07C8-DE4C-EC57-93F9-CA4D7DE0CACF}"/>
              </a:ext>
            </a:extLst>
          </p:cNvPr>
          <p:cNvCxnSpPr>
            <a:cxnSpLocks/>
          </p:cNvCxnSpPr>
          <p:nvPr userDrawn="1"/>
        </p:nvCxnSpPr>
        <p:spPr>
          <a:xfrm>
            <a:off x="248564" y="1834387"/>
            <a:ext cx="4169664" cy="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B755DB-0B30-E551-8B59-B47FB56001CF}"/>
              </a:ext>
            </a:extLst>
          </p:cNvPr>
          <p:cNvSpPr/>
          <p:nvPr userDrawn="1"/>
        </p:nvSpPr>
        <p:spPr>
          <a:xfrm rot="16200000">
            <a:off x="-1101807" y="1328818"/>
            <a:ext cx="6874329" cy="421669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B3B078-AE9F-CEF2-C250-C1FBCF42D4AE}"/>
              </a:ext>
            </a:extLst>
          </p:cNvPr>
          <p:cNvCxnSpPr>
            <a:cxnSpLocks/>
          </p:cNvCxnSpPr>
          <p:nvPr userDrawn="1"/>
        </p:nvCxnSpPr>
        <p:spPr>
          <a:xfrm>
            <a:off x="227012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6A5067-7143-C2F4-3CD3-979AC6FEB1EC}"/>
              </a:ext>
            </a:extLst>
          </p:cNvPr>
          <p:cNvSpPr/>
          <p:nvPr userDrawn="1"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stCxn id="15" idx="0"/>
            <a:endCxn id="15" idx="4"/>
          </p:cNvCxnSpPr>
          <p:nvPr userDrawn="1"/>
        </p:nvCxnSpPr>
        <p:spPr>
          <a:xfrm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8627E-5CEF-13DD-6955-6D64856EF624}"/>
              </a:ext>
            </a:extLst>
          </p:cNvPr>
          <p:cNvSpPr/>
          <p:nvPr userDrawn="1"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B1DB1-FB57-DFC8-F190-D2AAD4A0936B}"/>
              </a:ext>
            </a:extLst>
          </p:cNvPr>
          <p:cNvSpPr/>
          <p:nvPr userDrawn="1"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011D01-9DEA-F1B0-2E06-A440FD11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4D4E2-7C46-84C0-C0B4-C32348A2E6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8564" y="1851656"/>
            <a:ext cx="4148048" cy="5006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3DC07-5BCE-8496-87CB-198D5AB240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3F7C2-E7BD-3163-0706-E24177517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971946" y="6400801"/>
            <a:ext cx="6216301" cy="32067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F31A8-379D-8648-3CFE-E716041D45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544403" y="6400801"/>
            <a:ext cx="1107518" cy="320675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8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and blue gradient&#10;&#10;Description automatically generated">
            <a:extLst>
              <a:ext uri="{FF2B5EF4-FFF2-40B4-BE49-F238E27FC236}">
                <a16:creationId xmlns:a16="http://schemas.microsoft.com/office/drawing/2014/main" id="{360E92AE-B631-40E4-A120-4A67BCD64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E6C384-7FF2-1326-12EF-10A704BFB0A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0E4B6A-4816-9628-11B5-C42E36C41D91}"/>
              </a:ext>
            </a:extLst>
          </p:cNvPr>
          <p:cNvSpPr/>
          <p:nvPr userDrawn="1"/>
        </p:nvSpPr>
        <p:spPr>
          <a:xfrm>
            <a:off x="-87028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923640 w 923640"/>
              <a:gd name="connsiteY1" fmla="*/ 876300 h 1752600"/>
              <a:gd name="connsiteX2" fmla="*/ 47340 w 923640"/>
              <a:gd name="connsiteY2" fmla="*/ 1752600 h 1752600"/>
              <a:gd name="connsiteX3" fmla="*/ 0 w 923640"/>
              <a:gd name="connsiteY3" fmla="*/ 1747828 h 1752600"/>
              <a:gd name="connsiteX4" fmla="*/ 0 w 923640"/>
              <a:gd name="connsiteY4" fmla="*/ 4772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5BD65D-46F2-D44C-1D6F-FF72FEA2F6F9}"/>
              </a:ext>
            </a:extLst>
          </p:cNvPr>
          <p:cNvSpPr/>
          <p:nvPr userDrawn="1"/>
        </p:nvSpPr>
        <p:spPr>
          <a:xfrm flipH="1">
            <a:off x="11352212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0 w 923640"/>
              <a:gd name="connsiteY1" fmla="*/ 4772 h 1752600"/>
              <a:gd name="connsiteX2" fmla="*/ 0 w 923640"/>
              <a:gd name="connsiteY2" fmla="*/ 1747828 h 1752600"/>
              <a:gd name="connsiteX3" fmla="*/ 47340 w 923640"/>
              <a:gd name="connsiteY3" fmla="*/ 1752600 h 1752600"/>
              <a:gd name="connsiteX4" fmla="*/ 923640 w 923640"/>
              <a:gd name="connsiteY4" fmla="*/ 876300 h 1752600"/>
              <a:gd name="connsiteX5" fmla="*/ 47340 w 923640"/>
              <a:gd name="connsiteY5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EF488FC-CF1D-66BE-CF0A-C0042143933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6141" y="304800"/>
            <a:ext cx="10816542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>
              <a:lnSpc>
                <a:spcPct val="125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pink sky&#10;&#10;Description automatically generated">
            <a:extLst>
              <a:ext uri="{FF2B5EF4-FFF2-40B4-BE49-F238E27FC236}">
                <a16:creationId xmlns:a16="http://schemas.microsoft.com/office/drawing/2014/main" id="{0C2BC05D-EC60-D86D-C5CC-F3D4B55F14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3F2A6-DEC2-394A-3044-2032CF60B5AD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6987" y="1981200"/>
            <a:ext cx="4886324" cy="43434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5613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42048D30-2D2E-3A6A-D11B-C1A5A51F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CAF34-A82A-A1DD-6D4D-6787B3F87517}"/>
              </a:ext>
            </a:extLst>
          </p:cNvPr>
          <p:cNvSpPr/>
          <p:nvPr userDrawn="1"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908550C-451A-73E6-F0EA-1617893DF0C8}"/>
              </a:ext>
            </a:extLst>
          </p:cNvPr>
          <p:cNvSpPr/>
          <p:nvPr userDrawn="1"/>
        </p:nvSpPr>
        <p:spPr>
          <a:xfrm>
            <a:off x="-87028" y="2781301"/>
            <a:ext cx="771240" cy="1295400"/>
          </a:xfrm>
          <a:custGeom>
            <a:avLst/>
            <a:gdLst>
              <a:gd name="connsiteX0" fmla="*/ 123540 w 771240"/>
              <a:gd name="connsiteY0" fmla="*/ 0 h 1295400"/>
              <a:gd name="connsiteX1" fmla="*/ 771240 w 771240"/>
              <a:gd name="connsiteY1" fmla="*/ 647700 h 1295400"/>
              <a:gd name="connsiteX2" fmla="*/ 123540 w 771240"/>
              <a:gd name="connsiteY2" fmla="*/ 1295400 h 1295400"/>
              <a:gd name="connsiteX3" fmla="*/ 0 w 771240"/>
              <a:gd name="connsiteY3" fmla="*/ 1282946 h 1295400"/>
              <a:gd name="connsiteX4" fmla="*/ 0 w 771240"/>
              <a:gd name="connsiteY4" fmla="*/ 12454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240" h="129540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424792-66B9-860A-8C03-D592C1A734A5}"/>
              </a:ext>
            </a:extLst>
          </p:cNvPr>
          <p:cNvCxnSpPr>
            <a:cxnSpLocks/>
          </p:cNvCxnSpPr>
          <p:nvPr userDrawn="1"/>
        </p:nvCxnSpPr>
        <p:spPr>
          <a:xfrm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23024A-D4BC-7F60-AF3F-522B93E157AB}"/>
              </a:ext>
            </a:extLst>
          </p:cNvPr>
          <p:cNvSpPr/>
          <p:nvPr userDrawn="1"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8B8BC-3391-B191-16D3-444A3F20879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1E65DA-7165-AB68-BA79-BABAF694A00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04B172-AB62-FA59-6E1B-37B425F2354B}"/>
              </a:ext>
            </a:extLst>
          </p:cNvPr>
          <p:cNvCxnSpPr>
            <a:cxnSpLocks/>
          </p:cNvCxnSpPr>
          <p:nvPr userDrawn="1"/>
        </p:nvCxnSpPr>
        <p:spPr>
          <a:xfrm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9E1403-1845-38DF-069F-9D8F94EFFBA9}"/>
              </a:ext>
            </a:extLst>
          </p:cNvPr>
          <p:cNvSpPr/>
          <p:nvPr userDrawn="1"/>
        </p:nvSpPr>
        <p:spPr>
          <a:xfrm>
            <a:off x="11508467" y="2781301"/>
            <a:ext cx="758144" cy="1295400"/>
          </a:xfrm>
          <a:custGeom>
            <a:avLst/>
            <a:gdLst>
              <a:gd name="connsiteX0" fmla="*/ 647700 w 758144"/>
              <a:gd name="connsiteY0" fmla="*/ 0 h 1295400"/>
              <a:gd name="connsiteX1" fmla="*/ 758144 w 758144"/>
              <a:gd name="connsiteY1" fmla="*/ 11134 h 1295400"/>
              <a:gd name="connsiteX2" fmla="*/ 758144 w 758144"/>
              <a:gd name="connsiteY2" fmla="*/ 1284266 h 1295400"/>
              <a:gd name="connsiteX3" fmla="*/ 647700 w 758144"/>
              <a:gd name="connsiteY3" fmla="*/ 1295400 h 1295400"/>
              <a:gd name="connsiteX4" fmla="*/ 0 w 758144"/>
              <a:gd name="connsiteY4" fmla="*/ 647700 h 1295400"/>
              <a:gd name="connsiteX5" fmla="*/ 647700 w 758144"/>
              <a:gd name="connsiteY5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144" h="1295400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884942-14CB-65D2-3919-3DBD13D9C19D}"/>
              </a:ext>
            </a:extLst>
          </p:cNvPr>
          <p:cNvSpPr/>
          <p:nvPr userDrawn="1"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20E5F9-F0F5-8AF0-8C5C-A6C4D91B05C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3F1725-9EBE-B64D-1F6E-A5D438625B3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5D507FC-1762-D6F8-4115-990CE55C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984248"/>
            <a:ext cx="9601200" cy="3657600"/>
          </a:xfrm>
        </p:spPr>
        <p:txBody>
          <a:bodyPr lIns="0" anchor="t"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  <a:lvl2pPr marL="426645" indent="0">
              <a:lnSpc>
                <a:spcPct val="150000"/>
              </a:lnSpc>
              <a:buNone/>
              <a:defRPr sz="1600"/>
            </a:lvl2pPr>
            <a:lvl3pPr marL="853290" indent="0">
              <a:lnSpc>
                <a:spcPct val="150000"/>
              </a:lnSpc>
              <a:buNone/>
              <a:defRPr sz="1400"/>
            </a:lvl3pPr>
            <a:lvl4pPr marL="1279936" indent="0">
              <a:lnSpc>
                <a:spcPct val="150000"/>
              </a:lnSpc>
              <a:buNone/>
              <a:defRPr sz="1400"/>
            </a:lvl4pPr>
            <a:lvl5pPr marL="1706581" indent="0">
              <a:lnSpc>
                <a:spcPct val="150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352E20-11F2-9B72-F930-8D59DDCC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7A2614-2FA6-688B-D434-967D9B3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5E6704-10FC-9DA2-14E9-A150775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4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024680CB-D79A-93CA-0002-28F6F89D1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09E4FA-5188-CBB0-D623-C65C526908EA}"/>
              </a:ext>
            </a:extLst>
          </p:cNvPr>
          <p:cNvSpPr/>
          <p:nvPr userDrawn="1"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cxnSpLocks/>
          </p:cNvCxnSpPr>
          <p:nvPr userDrawn="1"/>
        </p:nvCxnSpPr>
        <p:spPr>
          <a:xfrm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FDF6779-CAF3-8674-B2F8-7C346FF365B8}"/>
              </a:ext>
            </a:extLst>
          </p:cNvPr>
          <p:cNvSpPr/>
          <p:nvPr userDrawn="1"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3836FF-3B48-408A-4A9F-7C60F96DE0EA}"/>
              </a:ext>
            </a:extLst>
          </p:cNvPr>
          <p:cNvSpPr/>
          <p:nvPr userDrawn="1"/>
        </p:nvSpPr>
        <p:spPr>
          <a:xfrm>
            <a:off x="-16083" y="-2"/>
            <a:ext cx="12220991" cy="7010403"/>
          </a:xfrm>
          <a:custGeom>
            <a:avLst/>
            <a:gdLst>
              <a:gd name="connsiteX0" fmla="*/ 6110498 w 12220991"/>
              <a:gd name="connsiteY0" fmla="*/ 0 h 7010403"/>
              <a:gd name="connsiteX1" fmla="*/ 12163073 w 12220991"/>
              <a:gd name="connsiteY1" fmla="*/ 3016566 h 7010403"/>
              <a:gd name="connsiteX2" fmla="*/ 12220991 w 12220991"/>
              <a:gd name="connsiteY2" fmla="*/ 3352802 h 7010403"/>
              <a:gd name="connsiteX3" fmla="*/ 12204908 w 12220991"/>
              <a:gd name="connsiteY3" fmla="*/ 3352802 h 7010403"/>
              <a:gd name="connsiteX4" fmla="*/ 12204908 w 12220991"/>
              <a:gd name="connsiteY4" fmla="*/ 7010403 h 7010403"/>
              <a:gd name="connsiteX5" fmla="*/ 0 w 12220991"/>
              <a:gd name="connsiteY5" fmla="*/ 7010403 h 7010403"/>
              <a:gd name="connsiteX6" fmla="*/ 0 w 12220991"/>
              <a:gd name="connsiteY6" fmla="*/ 3276603 h 7010403"/>
              <a:gd name="connsiteX7" fmla="*/ 13127 w 12220991"/>
              <a:gd name="connsiteY7" fmla="*/ 3276603 h 7010403"/>
              <a:gd name="connsiteX8" fmla="*/ 57919 w 12220991"/>
              <a:gd name="connsiteY8" fmla="*/ 3016567 h 7010403"/>
              <a:gd name="connsiteX9" fmla="*/ 6110498 w 12220991"/>
              <a:gd name="connsiteY9" fmla="*/ 0 h 701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991" h="7010403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7D644E-5B96-8668-75A4-77350D1E4DE3}"/>
              </a:ext>
            </a:extLst>
          </p:cNvPr>
          <p:cNvCxnSpPr>
            <a:cxnSpLocks/>
          </p:cNvCxnSpPr>
          <p:nvPr userDrawn="1"/>
        </p:nvCxnSpPr>
        <p:spPr>
          <a:xfrm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7DAB-E85F-534C-B513-0FFB30A7962B}"/>
              </a:ext>
            </a:extLst>
          </p:cNvPr>
          <p:cNvSpPr/>
          <p:nvPr userDrawn="1"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E894C-4E53-027C-D966-0B58D5E76FF5}"/>
              </a:ext>
            </a:extLst>
          </p:cNvPr>
          <p:cNvSpPr/>
          <p:nvPr userDrawn="1"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2B77A3-41F2-9349-5DBB-980F5FAE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 l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AF499E1-2C86-CFBE-1820-ABB1088D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2933696"/>
            <a:ext cx="4114801" cy="339090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defRPr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2395" lvl="1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39040" lvl="2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565686" lvl="3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992331" lvl="4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3EF8FBE-F098-2A42-B8E4-37ABADF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4AC3D2-5C3F-725F-A6D5-310C5F1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D3723-C818-DF8D-C62C-658AB7C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9A6811FF-B289-D1C1-9492-A1E1FF2F4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2E56C3-4554-32FE-5BBA-F0FA1C5714F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04DC43-42C6-54AA-CB2E-44F918CA9EC4}"/>
              </a:ext>
            </a:extLst>
          </p:cNvPr>
          <p:cNvCxnSpPr>
            <a:cxnSpLocks/>
          </p:cNvCxnSpPr>
          <p:nvPr userDrawn="1"/>
        </p:nvCxnSpPr>
        <p:spPr>
          <a:xfrm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7570EE1-995F-34F5-7970-8D8205B0A11D}"/>
              </a:ext>
            </a:extLst>
          </p:cNvPr>
          <p:cNvSpPr/>
          <p:nvPr userDrawn="1"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FF4FB-AC0B-930C-4493-5B2496935BCC}"/>
              </a:ext>
            </a:extLst>
          </p:cNvPr>
          <p:cNvCxnSpPr>
            <a:cxnSpLocks/>
          </p:cNvCxnSpPr>
          <p:nvPr userDrawn="1"/>
        </p:nvCxnSpPr>
        <p:spPr>
          <a:xfrm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0B5A4-8993-CFE3-872C-25245E86AF5F}"/>
              </a:ext>
            </a:extLst>
          </p:cNvPr>
          <p:cNvSpPr/>
          <p:nvPr userDrawn="1"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2D02A7-ACBB-2A4A-E80E-3695AEE1EA39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253D06-2E4F-FDB2-2A3F-DA2669723C5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F3BD93E-08BC-3F82-9517-49CEBB18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lIns="0" anchor="ctr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lIns="0" t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296C73-5B8A-9BB0-1F3E-1AAE9474E2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lIns="0" t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479" y="6400801"/>
            <a:ext cx="1951734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7146" y="6400801"/>
            <a:ext cx="1642250" cy="320675"/>
          </a:xfrm>
        </p:spPr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3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ink sky&#10;&#10;Description automatically generated">
            <a:extLst>
              <a:ext uri="{FF2B5EF4-FFF2-40B4-BE49-F238E27FC236}">
                <a16:creationId xmlns:a16="http://schemas.microsoft.com/office/drawing/2014/main" id="{844CB249-B396-2424-01D1-4D97637BD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1599CA-3580-F2AA-3558-F152F50C2864}"/>
              </a:ext>
            </a:extLst>
          </p:cNvPr>
          <p:cNvSpPr/>
          <p:nvPr userDrawn="1"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F185EB-A6B1-4EAC-BA12-CB81DF7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 anchor="b">
            <a:normAutofit/>
          </a:bodyPr>
          <a:lstStyle>
            <a:lvl1pPr algn="ctr">
              <a:defRPr sz="54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638E9B-20FA-F77F-C8FB-BF50CBB8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9" r:id="rId2"/>
    <p:sldLayoutId id="2147483702" r:id="rId3"/>
    <p:sldLayoutId id="2147483701" r:id="rId4"/>
    <p:sldLayoutId id="2147483698" r:id="rId5"/>
    <p:sldLayoutId id="2147483663" r:id="rId6"/>
    <p:sldLayoutId id="2147483688" r:id="rId7"/>
    <p:sldLayoutId id="2147483665" r:id="rId8"/>
    <p:sldLayoutId id="2147483700" r:id="rId9"/>
    <p:sldLayoutId id="2147483695" r:id="rId10"/>
    <p:sldLayoutId id="2147483690" r:id="rId11"/>
    <p:sldLayoutId id="2147483699" r:id="rId12"/>
    <p:sldLayoutId id="214748370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Ashley Schroeder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>
            <a:noAutofit/>
          </a:bodyPr>
          <a:lstStyle/>
          <a:p>
            <a:r>
              <a:rPr lang="en-US" dirty="0"/>
              <a:t>About us</a:t>
            </a:r>
          </a:p>
        </p:txBody>
      </p:sp>
      <p:pic>
        <p:nvPicPr>
          <p:cNvPr id="12" name="Picture Placeholder 11" descr="Business team brainstorming">
            <a:extLst>
              <a:ext uri="{FF2B5EF4-FFF2-40B4-BE49-F238E27FC236}">
                <a16:creationId xmlns:a16="http://schemas.microsoft.com/office/drawing/2014/main" id="{37364A35-C876-42A6-ABA9-9A97C9E79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775" y="17527"/>
            <a:ext cx="3944303" cy="6822059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>
            <a:normAutofit/>
          </a:bodyPr>
          <a:lstStyle/>
          <a:p>
            <a:r>
              <a:rPr lang="en-US" dirty="0"/>
              <a:t>Aiming to revolutionize industries through our forward-thinking solutions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0D2A9-4F46-6139-CAD9-1811155D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0C9AD-2E11-A113-E514-88624AF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/>
          <a:p>
            <a:r>
              <a:rPr lang="en-US" dirty="0"/>
              <a:t>Combining functionality and </a:t>
            </a:r>
            <a:br>
              <a:rPr lang="en-US" dirty="0"/>
            </a:br>
            <a:r>
              <a:rPr lang="en-US" dirty="0"/>
              <a:t>user-friendliness, we empower users </a:t>
            </a:r>
            <a:br>
              <a:rPr lang="en-US" dirty="0"/>
            </a:br>
            <a:r>
              <a:rPr lang="en-US" dirty="0"/>
              <a:t>to streamline operations and </a:t>
            </a:r>
            <a:br>
              <a:rPr lang="en-US" dirty="0"/>
            </a:br>
            <a:r>
              <a:rPr lang="en-US" dirty="0"/>
              <a:t>boost efficiency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1086-9834-6634-D7AB-3C7FE49FC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56512-A465-45FD-8FF5-640C08FE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pic>
        <p:nvPicPr>
          <p:cNvPr id="13" name="Picture Placeholder 12" descr="Man folding his arms">
            <a:extLst>
              <a:ext uri="{FF2B5EF4-FFF2-40B4-BE49-F238E27FC236}">
                <a16:creationId xmlns:a16="http://schemas.microsoft.com/office/drawing/2014/main" id="{033E552D-6BA0-2276-20A6-C395C4DBA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7790" y="1320650"/>
            <a:ext cx="3124198" cy="4216690"/>
          </a:xfrm>
        </p:spPr>
      </p:pic>
      <p:pic>
        <p:nvPicPr>
          <p:cNvPr id="21" name="Picture Placeholder 20" descr="Students working on laptops at a table">
            <a:extLst>
              <a:ext uri="{FF2B5EF4-FFF2-40B4-BE49-F238E27FC236}">
                <a16:creationId xmlns:a16="http://schemas.microsoft.com/office/drawing/2014/main" id="{751D23A1-50A9-21DA-7BEC-3002C469E6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1" y="1339705"/>
            <a:ext cx="3124198" cy="4216690"/>
          </a:xfrm>
        </p:spPr>
      </p:pic>
    </p:spTree>
    <p:extLst>
      <p:ext uri="{BB962C8B-B14F-4D97-AF65-F5344CB8AC3E}">
        <p14:creationId xmlns:p14="http://schemas.microsoft.com/office/powerpoint/2010/main" val="19976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pic>
        <p:nvPicPr>
          <p:cNvPr id="11" name="Picture Placeholder 10" descr="Women in business meeting">
            <a:extLst>
              <a:ext uri="{FF2B5EF4-FFF2-40B4-BE49-F238E27FC236}">
                <a16:creationId xmlns:a16="http://schemas.microsoft.com/office/drawing/2014/main" id="{09874BC6-11F1-ED3C-4EDF-EF35B73676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564" y="1851656"/>
            <a:ext cx="4148048" cy="500634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D085-E57E-3A04-1867-E62D75D5A0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41" y="304800"/>
            <a:ext cx="10816542" cy="1409696"/>
          </a:xfrm>
        </p:spPr>
        <p:txBody>
          <a:bodyPr/>
          <a:lstStyle/>
          <a:p>
            <a:r>
              <a:rPr lang="en-US" dirty="0"/>
              <a:t>Competitive landscape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0EB7D1-7CD7-C7FC-356C-5B772F1FD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/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9313D-68C1-2FB9-307F-FA5BFA5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B3209A9-DBA3-783A-240E-673257FE111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367859750"/>
              </p:ext>
            </p:extLst>
          </p:nvPr>
        </p:nvGraphicFramePr>
        <p:xfrm>
          <a:off x="6237288" y="1981200"/>
          <a:ext cx="4886324" cy="4343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324">
                  <a:extLst>
                    <a:ext uri="{9D8B030D-6E8A-4147-A177-3AD203B41FA5}">
                      <a16:colId xmlns:a16="http://schemas.microsoft.com/office/drawing/2014/main" val="41127452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05966620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5432428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Product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0527155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10,000 user 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2353333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Strategic partnership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29086023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Campaign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08817018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EE8A2FB-2F88-13DD-65F1-4AF5A19F5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639400"/>
              </p:ext>
            </p:extLst>
          </p:nvPr>
        </p:nvGraphicFramePr>
        <p:xfrm>
          <a:off x="1293813" y="1984375"/>
          <a:ext cx="9601200" cy="43434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72587946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31913618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00224562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211778205"/>
                    </a:ext>
                  </a:extLst>
                </a:gridCol>
              </a:tblGrid>
              <a:tr h="702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Quarter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Revenue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Expenses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Net profit ($)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51665590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765270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4572178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$400,000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13059954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482830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C26306-3334-F735-BEAA-B54A63B5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anchor="ctr"/>
          <a:lstStyle/>
          <a:p>
            <a:r>
              <a:rPr lang="en-US"/>
              <a:t>Two-year action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01C18-15A7-BF08-B263-7C24A281C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/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10" name="Diagram 2" descr="Drop pin timeline SmartArt graphic">
            <a:extLst>
              <a:ext uri="{FF2B5EF4-FFF2-40B4-BE49-F238E27FC236}">
                <a16:creationId xmlns:a16="http://schemas.microsoft.com/office/drawing/2014/main" id="{D1E3B56C-2770-0861-1B86-C472F45C4F3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07109516"/>
              </p:ext>
            </p:extLst>
          </p:nvPr>
        </p:nvGraphicFramePr>
        <p:xfrm>
          <a:off x="6237288" y="2667000"/>
          <a:ext cx="4581524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B35AD-BE61-FEAF-3CD8-3D9800D9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anchor="ctr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With this product, Adatum Corporation is positioned for success in the dynamic market. With a focus on innovation, user experience, and strategic growth, we anticipate reaching new heights in the coming year. Our commitment to user satisfaction underscores every aspect of our operations.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6D97-3A71-F83C-E1DE-8F2CB26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5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>
            <a:normAutofit/>
          </a:bodyPr>
          <a:lstStyle/>
          <a:p>
            <a:r>
              <a:rPr lang="en-US" dirty="0"/>
              <a:t>Eugenia Lopez</a:t>
            </a:r>
          </a:p>
          <a:p>
            <a:r>
              <a:rPr lang="en-US" dirty="0"/>
              <a:t>606-555-0156</a:t>
            </a:r>
          </a:p>
          <a:p>
            <a:r>
              <a:rPr lang="en-US" dirty="0"/>
              <a:t>eugenia@adatum.com</a:t>
            </a:r>
          </a:p>
        </p:txBody>
      </p:sp>
    </p:spTree>
    <p:extLst>
      <p:ext uri="{BB962C8B-B14F-4D97-AF65-F5344CB8AC3E}">
        <p14:creationId xmlns:p14="http://schemas.microsoft.com/office/powerpoint/2010/main" val="171101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Niagara Soli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2787940_win32_LW_V5" id="{8846F80C-D74D-4F27-8214-E80518C56538}" vid="{42FAAABB-6154-447D-82D7-BB904B7291D0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75B5A-7993-4B5E-9459-F514F3EBE15D}">
  <ds:schemaRefs>
    <ds:schemaRef ds:uri="http://purl.org/dc/dcmitype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1F051D4-1D3D-484E-9778-1C8141DF7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BD8C90-A3BA-4A7A-B350-4B9A0D6525A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323</Words>
  <Application>Microsoft Office PowerPoint</Application>
  <PresentationFormat>Custom</PresentationFormat>
  <Paragraphs>107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Pitch deck</vt:lpstr>
      <vt:lpstr>About us</vt:lpstr>
      <vt:lpstr>Agenda</vt:lpstr>
      <vt:lpstr>Product overview</vt:lpstr>
      <vt:lpstr>Product benefits</vt:lpstr>
      <vt:lpstr>Market overview</vt:lpstr>
      <vt:lpstr>Market comparison</vt:lpstr>
      <vt:lpstr>Competitive landscape</vt:lpstr>
      <vt:lpstr>Traction</vt:lpstr>
      <vt:lpstr>Financials</vt:lpstr>
      <vt:lpstr>Two-year action plan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2026-02-19T15:25:57Z</dcterms:created>
  <dcterms:modified xsi:type="dcterms:W3CDTF">2026-02-19T15:26:27Z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0x01010079F111ED35F8CC479449609E8A0923A6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ClassificationContentMarkingFooterText">
    <vt:lpwstr>Classified as Microsoft Confidential</vt:lpwstr>
  </property>
  <property fmtid="{D5CDD505-2E9C-101B-9397-08002B2CF9AE}" pid="9" name="MediaServiceImageTags">
    <vt:lpwstr/>
  </property>
</Properties>
</file>