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Business Review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 &amp; Strategic Outlook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474720"/>
            <a:ext cx="1828800" cy="73152"/>
          </a:xfrm>
          <a:prstGeom prst="rect">
            <a:avLst/>
          </a:prstGeom>
          <a:solidFill>
            <a:srgbClr val="21295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37160" cy="3291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25% YoY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year-over-year growth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137160" cy="3291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507492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7492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customer base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0972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launched new flagship product with positive market reception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109728" cy="914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Expansion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three new geographic markets, expanding our reach and customer base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657600"/>
            <a:ext cx="109728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Growth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team by 40% with key hires in engineering, sales, and customer success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Competition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competitive pressure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wars in key segments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 disrupting market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1371600"/>
            <a:ext cx="3931920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20640" y="22860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above target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stronger onboarding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resources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Goals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463040"/>
            <a:ext cx="256032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growth from Q4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463040"/>
            <a:ext cx="2560320" cy="1371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Goal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new customers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56032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Focus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platform capabilities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2025 Business Review</dc:title>
  <dc:subject>PptxGenJS Presentation</dc:subject>
  <dc:creator>Business Team</dc:creator>
  <cp:lastModifiedBy>Business Team</cp:lastModifiedBy>
  <cp:revision>1</cp:revision>
  <dcterms:created xsi:type="dcterms:W3CDTF">2026-02-17T06:40:02Z</dcterms:created>
  <dcterms:modified xsi:type="dcterms:W3CDTF">2026-02-17T06:40:02Z</dcterms:modified>
</cp:coreProperties>
</file>